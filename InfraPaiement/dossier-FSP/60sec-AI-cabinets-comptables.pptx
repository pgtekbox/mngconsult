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sur la contrainte de main-d'oeuvre, pas sur le produit. Ne jamais avancer un chiffre de pénurie : la donnée de déséquilibre n'est pas publiée.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n'est pas le prix, c'est que trois coûts se cachent derrière un seul poste budgétaire.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gain se dit en capacité, pas en économie : dans un marché sans main-d'oeuvre, les heures libérées rencontrent une demande déjà là.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L'étendue est l'argument : chaque fonction retirée de la pile éclatée est un abonnement, une intégration et un point de rupture en moins. Le pilotage financier fait le pont vers la diapositive du paiement : 60sec-AI decide, 60sec-Paiement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prétendre inventer le lien comptable-client : les concurrents l'offrent. Le différenciateur est le périmètre.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jamais nommer un concurrent sur ses pratiques de données. Poser l'obligation, poser la question, donner notre réponse — l'associé tire lui-même la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mention réglementaire n'est pas optionnelle : aucune commercialisation du volet paiement avant l'inscription au registre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Clore sur le pilote, pas sur le produit. Trois cabinets, une rencontre d'une heure.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98448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n'est plus de trouver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clients. C'est de trouver des heures.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8328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techniciens en comptabilité se raréfient et se paient plus cher. Les cabinets reportent des dossiers, refusent des mandats, ou les absorbent en heures supplémentaires. 60sec-AI ne vous aide pas à recruter : il retire le temps de production du dossier.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09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43,96 $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482803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l'heure au sommet de l'échelle salariale d'un technicien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comptabilité au Québec — médiane 28,85 $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aux bureaux comptables · septembre 2026 · Salaires : Québec.ca, techniciens en comptabilité et teneurs de livres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pile d'une PME type, aujourd'hui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5943600" cy="3794760"/>
          </a:xfrm>
          <a:prstGeom prst="roundRect">
            <a:avLst>
              <a:gd name="adj" fmla="val 1446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276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comptable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74920" y="16276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100 $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122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employés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74920" y="21122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400 $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968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5968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200 $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815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 pièces et reçus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30815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80 $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566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et réservation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3566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80 $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0507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40507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60 $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608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mensuel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4608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920 $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5349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F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fournisseurs, six contrats, six mots de passe — et rien qui se parle sans un connecteur. C'est là que passent vos heures.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141732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41732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9168" y="1636776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5916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34656" y="1618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d'abonnement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34656" y="19659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fonction se loue séparément, et l'addition augmente à chaque nouveau besoin.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283464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283464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59168" y="3054096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59168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534656" y="3035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d'intégration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33832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connecteur se paie, se configure et se maintient. Il casse quand l'un des deux logiciels change.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425196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425196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9168" y="4471416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59168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534656" y="4453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d'intégrité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534656" y="48006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transfert est une copie. Une copie dérive. C'est votre cabinet qui trouve l'écart en fin d'exercice.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de référence établie par 60sec-AI à partir des tarifs courants du marché québécois, septembre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même équipe, vingt fois plus de dossiers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25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contrainte d'un cabinet n'est plus la demande, c'est le nombre d'heures dont il dispose. Voici ce qu'un dossier mensuel type consomme aujourd'hui, et ce qu'il consommerait ensuite.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6949440" cy="457200"/>
          </a:xfrm>
          <a:prstGeom prst="rect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dossier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60sec-AI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6949440" cy="566928"/>
          </a:xfrm>
          <a:prstGeom prst="rect">
            <a:avLst/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06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Travailleur autonome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606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 / mois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606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729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sans employé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1729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 / mois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31729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739896"/>
            <a:ext cx="6949440" cy="566928"/>
          </a:xfrm>
          <a:prstGeom prst="rect">
            <a:avLst/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7398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de 1 à 4 employés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7398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h / mois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373989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6177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heures ne sont pas à revendre : elles vont sur des mandats que vous repoussez déjà, sur des dossiers que vous auriez refusés, et sur les heures supplémentaires que votre équipe absorbe aujourd'hui.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18120" y="1417320"/>
            <a:ext cx="3749040" cy="3611880"/>
          </a:xfrm>
          <a:prstGeom prst="roundRect">
            <a:avLst>
              <a:gd name="adj" fmla="val 1519"/>
            </a:avLst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18470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20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6700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d'un même effectif, sans une embauche de plus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2461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gain est du même ordre pour les trois types de dossiers. Vous choisissez vos mandats selon leur intérêt, et non selon les heures qu'il vous reste.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d'heures établi par 60sec-AI sur une base de 1 500 heures payées par an, au taux médian d'un technicien au Québec. À valider avec vos propres données.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60sec-AI : la comptabilité au centre, pas à côté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984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financières de l'entreprise ne se connectent pas au système comptable : elles y sont. Une seule saisie, une seule base, une seule version de la vérité.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93852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: un système comptable complet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aux normes canadiennes et québécoises — TPS et TVQ, déductions à la source, RRQ, RQAP, FSS, feuillets T4 et Relevé 1. Toutes les fonctions ci-dessous y écrivent directement, sans connecteur et sans ressaisie.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401568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vente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24528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optique des reçus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l'inventaire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13730" y="3200400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2330" y="3401568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4233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4233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42330" y="4224528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employés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 la paye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et géolocalisation, par saisie ou par poinçon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pour les employés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3099" y="3200400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1699" y="3401568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99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61699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client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61699" y="4224528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et gestion des rendez-vous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Courriel et messagerie texte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469" y="3200400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069" y="3401568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81069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81069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financier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281069" y="4224528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Conciliation financière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orchestration des paiements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des paiements à venir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connecteur entre ces fonctions. L'analyse et l'orchestration décident des paiements ; leur exécution appartient à 60sec-Paiement.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cabinet travaille dans le dossier, pas à côté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déjà relié aux livres de vos clients — les plateformes actuelles le permettent. Ce qui change ici, c'est le périmètre de ce lien.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39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23744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accédez aux écritures, une fois la saisie faite par le client.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facturation, la paie et les paiements vivent ailleurs, dans d'autres abonnements.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récupérez des exports, vous rapprochez, vous corrigez.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 se découvre en fin d'exercice, quand il coûte le plus cher à régler.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1396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60sec-AI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23744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travaillez sur la donnée vivante, au moment où elle est produite.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Facturation, paie, appariement et paiements sont dans le même dossier que les écritures.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export, aucune ressaisie, aucune version parallèle.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L'anomalie se voit quand elle survient, pas onze mois plus tard.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reste propriétaire de ses données et de ses droits d'accès ; le cabinet agit selon le mandat qu'il lui confie.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sont traités les renseignements de vos clients 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25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tenue de livres et la paie manipulent des renseignements personnels : numéros d'assurance sociale, dossiers d'employés, coordonnées bancaires, rémunération. Depuis septembre 2023, la Loi 25 encadre leur sortie du Québec — et l'obligation ne pèse pas sur l'éditeur du logiciel.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68880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loi exige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évaluation des facteurs relatifs à la vie privée avant toute communication de renseignements personnels à l'extérieur du Québec, et une entente écrite encadrant le transfert.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2402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468880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en répond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2608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qui communique les renseignements — le cabinet et son client. L'éditeur du logiciel n'est pas celui à qui la Commission posera la question.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22402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468880"/>
            <a:ext cx="347472" cy="347472"/>
          </a:xfrm>
          <a:prstGeom prst="ellipse">
            <a:avLst/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42248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à poser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92608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chacun de vos fournisseurs : où sont stockés et traités ces renseignements, y compris par leurs sous-traitants et leurs fonctions d'intelligence artificielle 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315968"/>
            <a:ext cx="10972800" cy="1463040"/>
          </a:xfrm>
          <a:prstGeom prst="roundRect">
            <a:avLst>
              <a:gd name="adj" fmla="val 3750"/>
            </a:avLst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réponse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846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60sec-AI et 60sec-Paiement sont hébergés et exploités au Québec : la plateforme, le traitement, les données, les fonctions d'intelligence artificielle — et jusqu'aux serveurs de courriel et de messagerie texte. Aucun renseignement personnel ne sort du Québec. Il n'y a donc pas de transfert à évaluer, pas d'entente de communication à négocier, et aucune exposition à un régime de divulgation étranger.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25 : obligation en vigueur depuis le 22 septembre 2023. Source : Commission d'accès à l'information du Québec.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 les fournisseurs de vos clients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D9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Pouvez-vous, aujourd'hui, payer les fournisseurs de vos clients depuis le système où vous tenez leurs livres — sans troisième abonnement, sans ressaisie, sans sortir du dossier 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4231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60sec-Paiement est une plateforme distincte, offerte par abonnement, qui exécute l'acte de payer. Votre cabinet y prépare et y approuve les paiements de ses clients, à partir des factures déjà comptabilisées dans 60sec-AI.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33832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0C5449"/>
          </a:solidFill>
          <a:ln w="12700">
            <a:solidFill>
              <a:srgbClr val="1A6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11880"/>
            <a:ext cx="347472" cy="347472"/>
          </a:xfrm>
          <a:prstGeom prst="ellipse">
            <a:avLst/>
          </a:prstGeom>
          <a:solidFill>
            <a:srgbClr val="D9A03C"/>
          </a:solidFill>
          <a:ln w="12700">
            <a:solidFill>
              <a:srgbClr val="D9A0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rails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Virements par lots pour les paiements planifiés, virement Interac pour l'urgent.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3730" y="33832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0C5449"/>
          </a:solidFill>
          <a:ln w="12700">
            <a:solidFill>
              <a:srgbClr val="1A6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2330" y="3611880"/>
            <a:ext cx="347472" cy="347472"/>
          </a:xfrm>
          <a:prstGeom prst="ellipse">
            <a:avLst/>
          </a:prstGeom>
          <a:solidFill>
            <a:srgbClr val="D9A03C"/>
          </a:solidFill>
          <a:ln w="12700">
            <a:solidFill>
              <a:srgbClr val="D9A0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233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42330" y="4069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protégés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42330" y="4572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en fiducie distinct, grand livre en partie double, fonds de chaque client isolés.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99" y="33832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0C5449"/>
          </a:solidFill>
          <a:ln w="12700">
            <a:solidFill>
              <a:srgbClr val="1A6E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1699" y="3611880"/>
            <a:ext cx="347472" cy="347472"/>
          </a:xfrm>
          <a:prstGeom prst="ellipse">
            <a:avLst/>
          </a:prstGeom>
          <a:solidFill>
            <a:srgbClr val="D9A03C"/>
          </a:solidFill>
          <a:ln w="12700">
            <a:solidFill>
              <a:srgbClr val="D9A0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1699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61699" y="4069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approbation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61699" y="4572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lot ne part sans avoir été approuvé par une seconde personne.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469" y="33832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0C5449"/>
          </a:solidFill>
          <a:ln w="12700">
            <a:solidFill>
              <a:srgbClr val="1A6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069" y="3611880"/>
            <a:ext cx="347472" cy="347472"/>
          </a:xfrm>
          <a:prstGeom prst="ellipse">
            <a:avLst/>
          </a:prstGeom>
          <a:solidFill>
            <a:srgbClr val="D9A03C"/>
          </a:solidFill>
          <a:ln w="12700">
            <a:solidFill>
              <a:srgbClr val="D9A0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81069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81069" y="4069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source de revenus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81069" y="4572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cabinet facture l'exécution des paiements comme un service, au dossier ou au volume.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prévue le 1er avril 2027, sous réserve de l'enregistrement de 60sec-Paiement auprès de la Banque du Canada. Aucun service de paiement n'est offert avant cette confirmation.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ça change pour votre cabinet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Rétention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66544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cabinet cesse d'être un prestataire annuel : il devient le point de passage des opérations financières du client.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066544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L'exécution des paiements et la tenue dans un système unique se facturent comme des services, pas comme des heures.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92440" y="13716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1F6F4"/>
          </a:solidFill>
          <a:ln w="12700">
            <a:solidFill>
              <a:srgbClr val="F1F6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Capacité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066544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heures libérées par dossier deviennent des dossiers supplémentaires ou du conseil facturable.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794760"/>
            <a:ext cx="10972800" cy="1874520"/>
          </a:xfrm>
          <a:prstGeom prst="roundRect">
            <a:avLst>
              <a:gd name="adj" fmla="val 2927"/>
            </a:avLst>
          </a:prstGeom>
          <a:solidFill>
            <a:srgbClr val="0F6E5D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prochaine étape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480560"/>
            <a:ext cx="5897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rencontre d'une heure pour confronter le modèle à vos chiffres : vos heures par dossier, votre portefeuille, et ce que la pile actuelle coûte réellement à vos clients. Nous cherchons trois cabinets pilotes pour la mise en service d'avril 2027.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3434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Perron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Président-directeur général, 60sec-AI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y@le102.ca · 514-885-9351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60sec-AI et 60sec-Paiement sont deux produits distincts, offerts séparément par abonnement.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60sec-AI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60sec-AI — présentation aux bureaux comptables</dc:title>
  <dc:subject>PptxGenJS Presentation</dc:subject>
  <dc:creator>60sec-AI</dc:creator>
  <cp:lastModifiedBy>60sec-AI</cp:lastModifiedBy>
  <cp:revision>1</cp:revision>
  <dcterms:created xsi:type="dcterms:W3CDTF">2026-09-08T14:52:16Z</dcterms:created>
  <dcterms:modified xsi:type="dcterms:W3CDTF">2026-09-08T14:52:16Z</dcterms:modified>
</cp:coreProperties>
</file>