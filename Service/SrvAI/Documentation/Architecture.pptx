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AE5F3-1C22-42C9-AAED-A84AD1C01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D809A6-4344-439D-8250-EADEDE865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CE5FC-53D8-4A30-A3B3-1E92588C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939B2F-B398-45E2-9A35-22A173B6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F1D16F-FA5B-45A7-8C96-12B7CA4E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616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F15AA-F03D-4AC9-8E45-1DCB039A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B42938-492B-489D-8514-54C8EDA88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B955C9-9CF7-4F46-98EE-4040574F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8D2F73-2955-43E8-871F-7C8089F08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EC0216-81C7-4F3B-8CCF-56665350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924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481D4A-0733-42C6-B7FF-FF030162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EEED5A-C7A6-4633-92CC-00A683A26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856041-6276-4B68-A743-119F0B4D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340407-43A7-4EB2-B4BD-271071DB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3F434A-160A-46D3-BA2E-3F7683AA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264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981D7-9BA7-46D8-9B49-800852AE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7BD7B9-1C69-4EEA-876A-533540358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319AF3-AE7B-44D6-B102-A798F3E8A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3BCAE7-0AA3-48BA-B2AC-E9BD07E8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47A21E-FB96-44D4-BD84-0D123AE1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BBF906-66DE-4B22-923E-48CF97CD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0421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753AE-303A-4AC0-A7B1-A5958E4F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1DEC89-FC48-42BC-8E10-2C76D324E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0D9059-E034-47F1-AE2D-9489AEB26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DD880FA-8E2F-412C-AA7C-3F8BCDD2E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12A8FF-FA87-4C98-A5EC-6B4D4F4C8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492908E-A0FC-46D3-A8D5-59E46146E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C19B2DC-072B-49E2-A39A-A30B220F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A7F0A7E-09E7-4A6F-92F3-28B6A209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5619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4411B-4985-45AD-82E0-AE038699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A31AAB9-A362-4B08-A9F9-74CDD0F6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D5EC83-4F06-4772-8CFB-6AF41BE36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BEFB10-84D3-4AC1-A0B1-FEE9C4CD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9291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804897-1751-4BE5-928A-E1CB3AAF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7CE784F-CB4C-43BB-AC09-675552E2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22A295-7AFC-4670-856E-33998EDC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5264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C4273-3247-4EBC-823B-BCD85037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34AD49-7245-4207-A58B-1B1D4C826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B45DEF-FF7F-4728-A1BE-1C5D277DE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D70CC8-BBED-4213-A5A7-DAC2E3270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927FC2-34B0-4FA3-A1FE-546D3BB50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A6C8F5-34F0-48EB-B592-5D1C7E74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983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B34AFE-8F1D-41AE-BF15-0368258A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BE1EFCC-82B3-40F1-AFE8-0ED218DA8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9A05CB-944A-48C8-B44F-14F22D01C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51E40C-C62C-4079-95A5-98015E09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B52B6B-94D6-4822-B6AF-24F79E5E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3BC7AE-3BA5-4804-ABD0-2B320611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7582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522A58-D5D3-4ACD-AA46-B9DD0F00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FEA4DD-4734-4FCC-A88E-7861A6A0E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08EE47-19F1-4E81-9011-C98DA98F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1A162D-AC87-464B-9C40-AB893650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697F8D-37A7-462F-B4A2-4A7B1D2D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588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F2DD969-3FB0-46C9-8CDE-4B5BABCBC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F5565B-4162-443D-94A2-A1382FB02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ACA1F4-B6B6-44FD-B6A1-274A3BED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789300-DA9B-4144-83EF-E92AF2B1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1FB2EC-09DC-4446-B6CE-4A81C2349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448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A9DD6EE-2883-4361-A172-F2BA117D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6698E2-7805-4A96-81DE-5D4D22FE6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3908DA-2800-4458-99CE-FC69EAC28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0039E-4D08-4963-AE2F-5E213D591875}" type="datetimeFigureOut">
              <a:rPr lang="fr-CA" smtClean="0"/>
              <a:t>2019-09-27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9F881A-F167-4F40-97AE-DB615620D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6DFDC7-A310-4554-8102-5BD2D1D42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83E50-B03B-40D8-B1B9-3F3B12D93F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145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47732FB-60E6-4BF6-874A-CA068506ACCB}"/>
              </a:ext>
            </a:extLst>
          </p:cNvPr>
          <p:cNvSpPr txBox="1"/>
          <p:nvPr/>
        </p:nvSpPr>
        <p:spPr>
          <a:xfrm>
            <a:off x="254000" y="241300"/>
            <a:ext cx="280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Process SMTP</a:t>
            </a:r>
            <a:endParaRPr lang="fr-CA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100E80-A53A-413C-B4AB-8C55EC02B944}"/>
              </a:ext>
            </a:extLst>
          </p:cNvPr>
          <p:cNvSpPr/>
          <p:nvPr/>
        </p:nvSpPr>
        <p:spPr>
          <a:xfrm>
            <a:off x="520118" y="1282467"/>
            <a:ext cx="6040073" cy="5245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/>
              <a:t>Process Service SMTP</a:t>
            </a:r>
            <a:endParaRPr lang="fr-CA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4CACBE-488B-4C02-88F7-2880AEFFF377}"/>
              </a:ext>
            </a:extLst>
          </p:cNvPr>
          <p:cNvSpPr/>
          <p:nvPr/>
        </p:nvSpPr>
        <p:spPr>
          <a:xfrm>
            <a:off x="871693" y="3433194"/>
            <a:ext cx="1508738" cy="2801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dirty="0"/>
              <a:t>Thread </a:t>
            </a:r>
            <a:r>
              <a:rPr lang="en-CA" dirty="0" err="1"/>
              <a:t>réception</a:t>
            </a:r>
            <a:r>
              <a:rPr lang="en-CA" dirty="0"/>
              <a:t> SMTP</a:t>
            </a:r>
            <a:endParaRPr lang="fr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1310F-662B-41B3-8550-DA1F29CAC531}"/>
              </a:ext>
            </a:extLst>
          </p:cNvPr>
          <p:cNvSpPr/>
          <p:nvPr/>
        </p:nvSpPr>
        <p:spPr>
          <a:xfrm>
            <a:off x="2543261" y="3426902"/>
            <a:ext cx="1366009" cy="2801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dirty="0"/>
              <a:t>Thread transmission SMTP</a:t>
            </a:r>
            <a:endParaRPr lang="fr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CC8126-7D4E-4FB7-BDD5-7334D51D319E}"/>
              </a:ext>
            </a:extLst>
          </p:cNvPr>
          <p:cNvSpPr/>
          <p:nvPr/>
        </p:nvSpPr>
        <p:spPr>
          <a:xfrm>
            <a:off x="4072100" y="3412221"/>
            <a:ext cx="1971413" cy="2801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dirty="0"/>
              <a:t>Thread pipe server</a:t>
            </a:r>
            <a:endParaRPr lang="fr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808D39-73B6-4BFC-8D8E-A2F2E84EB628}"/>
              </a:ext>
            </a:extLst>
          </p:cNvPr>
          <p:cNvSpPr/>
          <p:nvPr/>
        </p:nvSpPr>
        <p:spPr>
          <a:xfrm>
            <a:off x="7603866" y="1282467"/>
            <a:ext cx="4311941" cy="5245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/>
              <a:t>Process </a:t>
            </a:r>
            <a:r>
              <a:rPr lang="en-CA" sz="2400" dirty="0" err="1"/>
              <a:t>Controleur</a:t>
            </a:r>
            <a:r>
              <a:rPr lang="en-CA" sz="2400" dirty="0"/>
              <a:t> de service SMTP</a:t>
            </a: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2436653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264DC0-B84C-4E65-8390-06DE9295978E}"/>
              </a:ext>
            </a:extLst>
          </p:cNvPr>
          <p:cNvSpPr/>
          <p:nvPr/>
        </p:nvSpPr>
        <p:spPr>
          <a:xfrm>
            <a:off x="309485" y="323334"/>
            <a:ext cx="1946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A" dirty="0"/>
              <a:t>Thread pipe server</a:t>
            </a:r>
            <a:endParaRPr lang="fr-CA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028C65F-6255-4AD0-BCA5-CF836601577C}"/>
              </a:ext>
            </a:extLst>
          </p:cNvPr>
          <p:cNvSpPr txBox="1"/>
          <p:nvPr/>
        </p:nvSpPr>
        <p:spPr>
          <a:xfrm>
            <a:off x="3009900" y="1752600"/>
            <a:ext cx="6337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Ce thread </a:t>
            </a:r>
            <a:r>
              <a:rPr lang="en-CA" dirty="0" err="1"/>
              <a:t>vérifie</a:t>
            </a:r>
            <a:r>
              <a:rPr lang="en-CA" dirty="0"/>
              <a:t> a </a:t>
            </a:r>
            <a:r>
              <a:rPr lang="en-CA" dirty="0" err="1"/>
              <a:t>toute</a:t>
            </a:r>
            <a:r>
              <a:rPr lang="en-CA" dirty="0"/>
              <a:t> les seconds pour </a:t>
            </a:r>
            <a:r>
              <a:rPr lang="en-CA" dirty="0" err="1"/>
              <a:t>une</a:t>
            </a:r>
            <a:r>
              <a:rPr lang="en-CA" dirty="0"/>
              <a:t> connection Pipe avec </a:t>
            </a:r>
            <a:r>
              <a:rPr lang="en-CA" dirty="0" err="1"/>
              <a:t>une</a:t>
            </a:r>
            <a:r>
              <a:rPr lang="en-CA" dirty="0"/>
              <a:t> client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Une connection pipe </a:t>
            </a:r>
            <a:r>
              <a:rPr lang="en-CA" dirty="0" err="1"/>
              <a:t>transmet</a:t>
            </a:r>
            <a:r>
              <a:rPr lang="en-CA" dirty="0"/>
              <a:t> un stream </a:t>
            </a:r>
            <a:r>
              <a:rPr lang="en-CA" dirty="0" err="1"/>
              <a:t>seulement</a:t>
            </a:r>
            <a:r>
              <a:rPr lang="en-CA" dirty="0"/>
              <a:t>. Il </a:t>
            </a:r>
            <a:r>
              <a:rPr lang="en-CA" dirty="0" err="1"/>
              <a:t>faut</a:t>
            </a:r>
            <a:r>
              <a:rPr lang="en-CA" dirty="0"/>
              <a:t> </a:t>
            </a:r>
            <a:r>
              <a:rPr lang="en-CA" dirty="0" err="1"/>
              <a:t>donc</a:t>
            </a:r>
            <a:r>
              <a:rPr lang="en-CA" dirty="0"/>
              <a:t> serialise les different </a:t>
            </a:r>
            <a:r>
              <a:rPr lang="en-CA" dirty="0" err="1"/>
              <a:t>paraetre</a:t>
            </a:r>
            <a:r>
              <a:rPr lang="en-CA" dirty="0"/>
              <a:t> que l on </a:t>
            </a:r>
            <a:r>
              <a:rPr lang="en-CA" dirty="0" err="1"/>
              <a:t>veut</a:t>
            </a:r>
            <a:r>
              <a:rPr lang="en-CA" dirty="0"/>
              <a:t> </a:t>
            </a:r>
            <a:r>
              <a:rPr lang="en-CA" dirty="0" err="1"/>
              <a:t>transmetre</a:t>
            </a:r>
            <a:endParaRPr lang="en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450632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56</Words>
  <Application>Microsoft Office PowerPoint</Application>
  <PresentationFormat>Grand écran</PresentationFormat>
  <Paragraphs>11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Girouard</dc:creator>
  <cp:lastModifiedBy>Pierre Girouard</cp:lastModifiedBy>
  <cp:revision>5</cp:revision>
  <dcterms:created xsi:type="dcterms:W3CDTF">2019-09-27T12:29:48Z</dcterms:created>
  <dcterms:modified xsi:type="dcterms:W3CDTF">2019-09-27T13:08:01Z</dcterms:modified>
</cp:coreProperties>
</file>